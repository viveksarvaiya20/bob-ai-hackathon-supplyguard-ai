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5F7FA"/>
                </a:solidFill>
                <a:latin typeface="Aptos"/>
              </a:rPr>
              <a:t>SupplyGuard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solidFill>
                  <a:srgbClr val="B4BCC6"/>
                </a:solidFill>
                <a:latin typeface="Aptos"/>
              </a:rPr>
              <a:t>Supply Chain Disruption Assistant &amp; Fleet Utilisation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12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2B4FF"/>
                </a:solidFill>
                <a:latin typeface="Aptos"/>
              </a:rPr>
              <a:t>IBM BoB AI Innovation Hackathon 2026 • CHARUSAT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4BCC6"/>
                </a:solidFill>
                <a:latin typeface="Aptos"/>
              </a:rPr>
              <a:t>Team: SupplyGuard AI  |  Members: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Logistics teams must react quickly to route disruptions, vehicle constraints, shipment priorities and cold-chain incidents.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Manual monitoring makes it difficult to identify high-risk shipments and under-utilised fleet capacity at the right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Decision makers need one command centre that turns operational data into clear, actionable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CC6"/>
                </a:solidFill>
                <a:latin typeface="Aptos"/>
              </a:rPr>
              <a:t>Focus: disruption response + fleet utilisation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2.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Unified command centre for shipments, disruptions, fleet, routes, cold-chain and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Risk engine scores disruption conditions and explains the contributing factors.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Fleet optimisation proposes vehicle/truck reallocation and route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AI assistant provides natural-language operational guidance.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Interactive maps and dashboards provide fast visual situational awareness.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CC6"/>
                </a:solidFill>
                <a:latin typeface="Aptos"/>
              </a:rPr>
              <a:t>Decision-support, not just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3.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Command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KPIs, fleet utilisation, shipment risk and operational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Disruption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19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Disruption details, simulation and recommended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AI Risk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Rule-based risk scoring with severity and reasons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Fleet Optimizer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889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Redeployment and capacity-aware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Cold-Chain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Temperature thresholds and intervention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Route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Blocked-route handling and alternate route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AI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Natural-language logistics questions and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091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64B4FF"/>
                </a:solidFill>
                <a:latin typeface="Aptos"/>
              </a:rPr>
              <a:t>Analytics &amp;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B4BCC6"/>
                </a:solidFill>
                <a:latin typeface="Aptos"/>
              </a:rPr>
              <a:t>Operational trends, ETA and live telemetry endpoints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4.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1) Ingest operational data → shipments, trucks, routes, disruptions and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2) Detect risk → score conditions and identify high-priority shipments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3) Explain → show the factors behind the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4) Recommend → reroute, reassign fleet or initiate cold-chain 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5) Monitor → track outcomes through dashboard, map and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User → Web UI (HTML/CSS/JavaScript + Bootstrap)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Web UI → FastAPI REST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Backend → Authentication, risk, disruption, fleet, route, cold-chain, telemetry and CAPA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Persistence → SQLite with seeded demo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IBM integration layer → watsonx.ai adapter + Cloudant configuration in SmartLogiAI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6.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Frontend: HTML5, CSS3, JavaScript, Bootstrap, Chart.js, Leaflet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Backend: Python, FastAPI, Uvicorn, Pydantic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Database: SQLite for the runnable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IBM alignment: watsonx.ai adapter and Cloudant-ready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Deployment: Render configuration included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7. AI &amp; 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Risk scoring uses operational conditions and returns both a score and explainable reasons.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Traffic, severe weather, vehicle problems, tight deadlines and blocked routes contribute to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Fleet optimisation evaluates availability/capacity and proposes redeployment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watsonx.ai integration is available through the SmartLogiAI service adapter when cloud credentials are configured.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The local fallback keeps the hackathon demo reliable without depending on live cloud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8. Key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Shipment S201/S204-style disruption is detected as critical and requires a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Manager opens the shipment and reviews the disruption + severity.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System proposes an alternate route or operational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Fleet optimiser identifies available capacity for redeployment.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Cold-chain incidents can trigger temperature correction / reefer intervention.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19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19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Manager uses the AI assistant to ask for prioritisation and reasoning.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CC6"/>
                </a:solidFill>
                <a:latin typeface="Aptos"/>
              </a:rPr>
              <a:t>Use the exact shipment IDs shown by the running build during the live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9. IBM Technology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IBM watsonx.ai: generative AI adapter for logistics prompts/recommendations.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IBM Cloudant: cloud database configuration exists in the SmartLogiAI integration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IBM-style enterprise architecture: modular REST APIs, role-based workflows and explainable operational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Local fallback: SQLite + deterministic risk logic enables a dependable demo.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Be explicit during judging about which IBM services are live versus integration-ready.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10. Impact /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Faster disruption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Clearer prioritisation of high-risk shipments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Better use of available fleet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Reduced manual coordination across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Explainable recommendations for 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19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19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Single operational view across fleet, routes, shipments and cold-chain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11.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Live IoT vehicle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Real-time weather and traffic feeds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Production IBM Cloudant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00983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00983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Grounded watsonx.ai recommendations using live operational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1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Predictive ETA and demand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19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19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Advanced mathematical optimisation for fleet and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76087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76087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Enterprise SSO, audit logs and policy controls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12.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SupplyGuard AI turns logistics data into actionable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8424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4248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Detect risk → explain risk → recommend action → monitor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26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AAAFF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42615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Built as a hackathon MVP with a path toward cloud-connected enterprise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